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023360"/>
            <a:ext cx="8979408" cy="11201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4A085"/>
                </a:solidFill>
              </a:rPr>
              <a:t>COMPÉTENCES PROFESSIONNELLES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Les compétences essentielles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et les relations professionnelles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en milieu de travail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0C4D8"/>
                </a:solidFill>
              </a:rPr>
              <a:t>Comportement professionnel · Communication · Relations interpersonnelles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38988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E4A"/>
                </a:solidFill>
              </a:rPr>
              <a:t>Le comportement professionnel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Définition, attitudes clés et éthique au travail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14600"/>
            <a:ext cx="7315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6243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E4A"/>
                </a:solidFill>
              </a:rPr>
              <a:t>La communication au travail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Modes de communication, écoute active et communication non verbale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73152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776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858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E4A"/>
                </a:solidFill>
              </a:rPr>
              <a:t>Les relations interpersonnelles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Collaboration, respect mutuel et gestion des relations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Le comportement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Le comportement professionnel désigne l'ensemble des attitudes, valeurs et conduites attendues dans un contexte de travail.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Ponctualité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Respecter les horaires et les délais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103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103120"/>
            <a:ext cx="54864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235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Fiabilité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Tenir ses engagements et ses promesses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Respect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Traiter collègues et clients avec dignité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474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474720"/>
            <a:ext cx="54864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23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Éthique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235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Agir avec intégrité et honnêteté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La communication au travail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Types de communication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274320" cy="27432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Verbale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Messages oraux clairs et adaptés à l'interlocuteur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274320" cy="27432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Écrite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Emails, rapports : ton professionnel requis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274320" cy="27432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Non verbale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Posture, regard, gestuelle (55% du message)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023360"/>
            <a:ext cx="274320" cy="27432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Digitale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Outils numériques : Teams, Slack, emails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07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L'écoute active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 </a:t>
            </a:r>
            <a:pPr algn="l"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Accorder toute son attention à l'interlocuteur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3225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 </a:t>
            </a:r>
            <a:pPr algn="l"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Reformuler pour confirmer la compréhension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 </a:t>
            </a:r>
            <a:pPr algn="l"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Poser des questions ouvertes pertinentes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 </a:t>
            </a:r>
            <a:pPr algn="l"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Éviter les interruptions et les jugements hâtifs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 </a:t>
            </a:r>
            <a:pPr algn="l"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Observer le langage non verbal de l'autre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Les relations interpersonnelles au travail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E7"/>
                </a:solidFill>
              </a:rPr>
              <a:t>du succès professionnel dépend des relations humaines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143000"/>
            <a:ext cx="265176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Confiance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55848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E7"/>
                </a:solidFill>
              </a:rPr>
              <a:t>base de toute relation professionnelle solide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54496" y="1143000"/>
            <a:ext cx="265176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Empathie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54496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E7"/>
                </a:solidFill>
              </a:rPr>
              <a:t>comprendre le point de vue d'autrui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Écouter sans juger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Respecter les opinions différentes, créer un espace d'expression sûr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560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2356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Communiquer clairement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Exprimer ses besoins et attentes de manière directe et respectueuse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Collaborer efficacement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4074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Valoriser les forces de chacun, créer des synergies d'équipe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8862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2356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Gérer la diversité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44074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Accueillir les différences culturelles et générationnelles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14A085"/>
                </a:solidFill>
              </a:rPr>
              <a:t>Synthèse &amp; Points clés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Retenir l'essentiel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Le comportement professionnel est le fondement de votre crédibilité en milieu de travail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5176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82880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Une communication claire et adaptée prévient les malentendus et renforce la coopération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828800"/>
            <a:ext cx="2651760" cy="1143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82880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Des relations interpersonnelles saines augmentent la performance et le bien-être au travail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G1 · Compétences essentielles et relations professionnelles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E6E7"/>
                </a:solidFill>
              </a:rPr>
              <a:t>Comportement professionnel · Communication · Relations interpersonnelles au travail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G1 - Les compétences essentielles et les relations professionnelles</dc:title>
  <dc:subject>PptxGenJS Presentation</dc:subject>
  <dc:creator>PptxGenJS</dc:creator>
  <cp:lastModifiedBy>PptxGenJS</cp:lastModifiedBy>
  <cp:revision>1</cp:revision>
  <dcterms:created xsi:type="dcterms:W3CDTF">2026-02-25T11:24:06Z</dcterms:created>
  <dcterms:modified xsi:type="dcterms:W3CDTF">2026-02-25T11:24:06Z</dcterms:modified>
</cp:coreProperties>
</file>